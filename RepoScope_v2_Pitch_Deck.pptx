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— COVER]</a:t>
            </a:r>
          </a:p>
          <a:p>
            <a:r>
              <a:t>RepoScope v2.0 builds one Tree-sitter code graph and serves that same index four ways: an interactive architecture canvas, a local CLI, an MCP server for coding agents, and a VS Code/Cursor/VSCodium extension.</a:t>
            </a:r>
          </a:p>
          <a:p>
            <a:r>
              <a:t>- Current release: Backend v2.0.0, Extension v2.0.1.</a:t>
            </a:r>
          </a:p>
          <a:p>
            <a:r>
              <a:t>- License: RepoScope Source-Available License 1.0 (source-available, not MIT or OSI Open Source).</a:t>
            </a:r>
          </a:p>
          <a:p>
            <a:r>
              <a:t>- Cover visual reference: Thumbnail.png and unchanged RepoScope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— WHY THIS EXISTS]</a:t>
            </a:r>
          </a:p>
          <a:p>
            <a:r>
              <a:t>Understanding a repository still means reading a pile of files:</a:t>
            </a:r>
          </a:p>
          <a:p>
            <a:r>
              <a:t>1. Coding agents re-read the file tree on every prompt, pay for the same context tokens repeatedly, and can reach a different answer from the human looking at the exact same code.</a:t>
            </a:r>
          </a:p>
          <a:p>
            <a:r>
              <a:t>2. Humans grep and guess at blast radius before modifying shared functions or modules.</a:t>
            </a:r>
          </a:p>
          <a:p>
            <a:r>
              <a:t>3. Onboarding into an unfamiliar codebase is slow and depends on tribal knowledge.</a:t>
            </a:r>
          </a:p>
          <a:p>
            <a:r>
              <a:t>Target audience: developers joining a codebase, pull-request reviewers, maintainers, and engineering teams using coding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— THE PRODUCT]</a:t>
            </a:r>
          </a:p>
          <a:p>
            <a:r>
              <a:t>Reference visual: `docs/assets/one-index-diagram.png`.</a:t>
            </a:r>
          </a:p>
          <a:p>
            <a:r>
              <a:t>- RepoScope parses Python, TypeScript, TSX, JavaScript, Go, and Rust with Tree-sitter into `file`, `function`, and `class` nodes connected by `imports`, `calls`, and `contains` edges.</a:t>
            </a:r>
          </a:p>
          <a:p>
            <a:r>
              <a:t>- The resulting graph is stored in `.reposcope/graph.json` alongside `.reposcope/parse-cache.json`.</a:t>
            </a:r>
          </a:p>
          <a:p>
            <a:r>
              <a:t>- That single graph powers all four surfaces: the React architecture canvas, the local CLI/watcher, the MCP server, and the editor extension.</a:t>
            </a:r>
          </a:p>
          <a:p>
            <a:r>
              <a:t>- Every surface reads the same graph, so humans and coding agents quote the exact same numbers.</a:t>
            </a:r>
          </a:p>
          <a:p>
            <a:r>
              <a:t>- Important limit: call resolution is static; dynamic dispatch, reflection, and generated code can be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— THE ARCHITECTURE CANVAS]</a:t>
            </a:r>
          </a:p>
          <a:p>
            <a:r>
              <a:t>Visual references: `readme-hero.png`, `readme-graph-grouped.png`, `readme-graph-clusters.png`, `readme-graph-flat.png`, `readme-graph-churn.png`, and `readme-module-drawer.png`.</a:t>
            </a:r>
          </a:p>
          <a:p>
            <a:r>
              <a:t>- Small repositories render a full connectivity pyramid from the repository root through backbone, core modules, routers/services, UI, config, and docs/data.</a:t>
            </a:r>
          </a:p>
          <a:p>
            <a:r>
              <a:t>- Large repositories collapse into top-level module cards with every file still reachable inside the slide-out module drawer.</a:t>
            </a:r>
          </a:p>
          <a:p>
            <a:r>
              <a:t>- Four canvas views: Grouped by module, Architecture clusters (Client/UI, Backend/API, Storage/Data, External/Integrations, Compute/Workers), Flat inspection, and Churn overlay.</a:t>
            </a:r>
          </a:p>
          <a:p>
            <a:r>
              <a:t>- Includes zoom, fit view, PageRank labels, and PNG/SVG export.</a:t>
            </a:r>
          </a:p>
          <a:p>
            <a:r>
              <a:t>- Note: Grouped view is a visual rendering collapse over the same graph, not a second graph. A WebGL rendering tier for very large graphs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— NAVIGATE AND INSPECT]</a:t>
            </a:r>
          </a:p>
          <a:p>
            <a:r>
              <a:t>Visual reference: `docs/screenshots/readme-side-panels.png`, `docs/screenshots/demo-repos.png`.</a:t>
            </a:r>
          </a:p>
          <a:p>
            <a:r>
              <a:t>- Left panel provides a GitIngest-style file tree with live search filtering, full repository tree generation, and single-file download.</a:t>
            </a:r>
          </a:p>
          <a:p>
            <a:r>
              <a:t>- Right inspector panel surfaces file and symbol details, incoming and outgoing edges, caller/dependency context, and quick actions.</a:t>
            </a:r>
          </a:p>
          <a:p>
            <a:r>
              <a:t>- Includes IDE deep links (`reposcope://open`), PNG/SVG graph export, and one-click demo repositories for instant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— ENGINEERING INTELLIGENCE]</a:t>
            </a:r>
          </a:p>
          <a:p>
            <a:r>
              <a:t>Visual references: `docs/screenshots/readme-impact.png` and `docs/screenshots/v2/j19-repo-map`.</a:t>
            </a:r>
          </a:p>
          <a:p>
            <a:r>
              <a:t>- PageRank centrality identifies structural hubs (verified local index: 348 files, 1,863 nodes, 3,419 edges).</a:t>
            </a:r>
          </a:p>
          <a:p>
            <a:r>
              <a:t>- Strongly Connected Components (SCC) detect dependency cycles.</a:t>
            </a:r>
          </a:p>
          <a:p>
            <a:r>
              <a:t>- Reachability analysis surfaces unreachable symbols (dead code candidates).</a:t>
            </a:r>
          </a:p>
          <a:p>
            <a:r>
              <a:t>- Critical-path analysis endpoint is implemented in the backend (dedicated UI panel is planned).</a:t>
            </a:r>
          </a:p>
          <a:p>
            <a:r>
              <a:t>- Git-churn hotspots combine commit frequency with graph centrality.</a:t>
            </a:r>
          </a:p>
          <a:p>
            <a:r>
              <a:t>- `.reposcope.yml` enforces architectural rules per import.</a:t>
            </a:r>
          </a:p>
          <a:p>
            <a:r>
              <a:t>- Budgeted Repo Map ranks context by PageRank and stops at a token budget (98.5%–99.8% measured reduction in `benchmarks/run.py`).</a:t>
            </a:r>
          </a:p>
          <a:p>
            <a:r>
              <a:t>- Limit: this is static analysis, not runtime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— CHAT WITH CITATIONS]</a:t>
            </a:r>
          </a:p>
          <a:p>
            <a:r>
              <a:t>Visual reference: `docs/screenshots/chat.png` (explicitly labelled "earlier UI generation") and `docs/screenshots/readme-byok.png`.</a:t>
            </a:r>
          </a:p>
          <a:p>
            <a:r>
              <a:t>- Answers stream over SSE using context assembled directly from the code graph.</a:t>
            </a:r>
          </a:p>
          <a:p>
            <a:r>
              <a:t>- Responses include verifiable file, function, and line citations alongside Markdown tables, code blocks, copy buttons, and a Next steps section.</a:t>
            </a:r>
          </a:p>
          <a:p>
            <a:r>
              <a:t>- Supports in-memory BYOK GitHub tokens for private repositories and browser voice input where supported.</a:t>
            </a:r>
          </a:p>
          <a:p>
            <a:r>
              <a:t>- Provider chain: OpenRouter -&gt; Groq -&gt; NVIDIA NIM, with multi-key rotation on HTTP 429s.</a:t>
            </a:r>
          </a:p>
          <a:p>
            <a:r>
              <a:t>- Chat requires at least one LLM provider key; core graph indexing and local mode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— CHANGE SAFETY]</a:t>
            </a:r>
          </a:p>
          <a:p>
            <a:r>
              <a:t>Visual references: `docs/screenshots/readme-impact.png` and `docs/screenshots/readme-prbot.png`.</a:t>
            </a:r>
          </a:p>
          <a:p>
            <a:r>
              <a:t>- Computes direct and transitive dependents for any target file or symbol.</a:t>
            </a:r>
          </a:p>
          <a:p>
            <a:r>
              <a:t>- Produces a risk score, risk narrative, and suggested tests while highlighting affected files directly on the canvas.</a:t>
            </a:r>
          </a:p>
          <a:p>
            <a:r>
              <a:t>- PR Bot previews a GitHub-ready pull-request comment complete with an embedded Mermaid impact diagram, paired with an included GitHub Action.</a:t>
            </a:r>
          </a:p>
          <a:p>
            <a:r>
              <a:t>- Verification boundary: posting a live PR comment requires a real pull request and `pull-requests: write`; it was not verified in the final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— LEARN AND ONBOARD]</a:t>
            </a:r>
          </a:p>
          <a:p>
            <a:r>
              <a:t>Visual references: `docs/screenshots/readme-student.png` and `docs/screenshots/readme-tour.png`.</a:t>
            </a:r>
          </a:p>
          <a:p>
            <a:r>
              <a:t>- Student Mode structures onboarding into three progressive levels (entry points, core modules, utilities) with per-file "why it matters" notes, checkpoint quizzes, and Good First Issue suggestions mined from low-traffic files.</a:t>
            </a:r>
          </a:p>
          <a:p>
            <a:r>
              <a:t>- Code Tours step through numbered stops with automatic camera pans, node highlights, and optional voice narration via OpenRouter TTS with browser speech synthesis fallback.</a:t>
            </a:r>
          </a:p>
          <a:p>
            <a:r>
              <a:t>- Note: generated prose/quizzes require an LLM key, whereas the file ranking and ordering come directly from the deterministic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— LOCAL-FIRST AND PRIVATE]</a:t>
            </a:r>
          </a:p>
          <a:p>
            <a:r>
              <a:t>Visual references: `docs/screenshots/readme-local-panel.png`, `v2/j12-local-live-update`, `v2/j23-browser-local`.</a:t>
            </a:r>
          </a:p>
          <a:p>
            <a:r>
              <a:t>- `reposcope run .` indexes the folder in place (verified local evidence: 348 files, 1,863 nodes, 3,419 edges), serves on `127.0.0.1:4100`, watches edits, streams `/api/local/events` without a page reload, and resumes sessions after a server restart.</a:t>
            </a:r>
          </a:p>
          <a:p>
            <a:r>
              <a:t>- Additional CLI commands: `reposcope index .`, `reposcope index . --format sqlite`, and `reposcope mcp .`.</a:t>
            </a:r>
          </a:p>
          <a:p>
            <a:r>
              <a:t>- No GitHub account, token, or clone is required; repository contents are never uploaded.</a:t>
            </a:r>
          </a:p>
          <a:p>
            <a:r>
              <a:t>- Browser preview ("Open a local folder") uses `showDirectoryPicker` and Tree-sitter WebAssembly (verified evidence: 75 files, 315 nodes, 310 edges on Chrome/Edge over localhost or HTTPS).</a:t>
            </a:r>
          </a:p>
          <a:p>
            <a:r>
              <a:t>- Browser preview is clearly labelled, hides server-backed surfaces (chat, tracking, Student Mode, insights, repo map, security, commit, tour, impact), preserves the previous preview on cancel, shows actionable errors on denied/empty folders, and does not perform cross-file symbol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— AGENTS: MCP]</a:t>
            </a:r>
          </a:p>
          <a:p>
            <a:r>
              <a:t>Visual references: `docs/screenshots/opencode-mcp.png` and `docs/screenshots/v2/opencode-mcp-status.png`.</a:t>
            </a:r>
          </a:p>
          <a:p>
            <a:r>
              <a:t>- Exposes 8 tools (`get_architecture_overview`, `calculate_blast_radius`, `get_dependency_lineage`, `explain_architectural_rule`, `get_repo_map`, `find_dependency_cycles`, `get_hotspots`, `find_unreachable_symbols`) and 5 resources (`reposcope://graph/summary`, `reposcope://hotspots`, `reposcope://repo-map`, `reposcope://dead-code`, `reposcope://cycles`).</a:t>
            </a:r>
          </a:p>
          <a:p>
            <a:r>
              <a:t>- Transports: `stdio` and `Streamable HTTP` (SSE is not offered for MCP).</a:t>
            </a:r>
          </a:p>
          <a:p>
            <a:r>
              <a:t>- Verification evidence: 8 tools, 5 resources, 3 read rounds, clean stdio ping, and `opencode mcp list` showing `reposcope connected`.</a:t>
            </a:r>
          </a:p>
          <a:p>
            <a:r>
              <a:t>- Known limit: one OpenCode resource-read bridge stalled; direct stdio reads and tool calls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— THE EDITOR]</a:t>
            </a:r>
          </a:p>
          <a:p>
            <a:r>
              <a:t>Verified on VS Code 1.143.0 with `adityapatel5912.reposcope@2.0.1` (visual reference: `docs/screenshots/v2/j14-ide-link`):</a:t>
            </a:r>
          </a:p>
          <a:p>
            <a:r>
              <a:t>- Activity Bar view renders a focus-first mini-graph around the active file.</a:t>
            </a:r>
          </a:p>
          <a:p>
            <a:r>
              <a:t>- Status bar displays live blast radius and risk (verified example: "RepoScope: 12 dependents | Risk: Critical").</a:t>
            </a:r>
          </a:p>
          <a:p>
            <a:r>
              <a:t>- CodeLens above exported symbols shows caller counts (verified example: "View Callers (6)").</a:t>
            </a:r>
          </a:p>
          <a:p>
            <a:r>
              <a:t>- Explorer context menu adds "RepoScope: Focus this node in the canvas".</a:t>
            </a:r>
          </a:p>
          <a:p>
            <a:r>
              <a:t>- `reposcope://open` URI handler verified to open `backend/main.py` at line 392.</a:t>
            </a:r>
          </a:p>
          <a:p>
            <a:r>
              <a:t>- Offline recovery displays "RepoScope: offline" instead of misleading zeros.</a:t>
            </a:r>
          </a:p>
          <a:p>
            <a:r>
              <a:t>- Reads `http://127.0.0.1:8000` (default) or `http://127.0.0.1:4100` (local mode) over HTTP and never parses code.</a:t>
            </a:r>
          </a:p>
          <a:p>
            <a:r>
              <a:t>- Open VSX status: v2.0.1 published with 288 downloads at verification time, searchable and directly reachable, with namespace `verified:false`. VS Code Marketplace awaits an Azure DevOps PAT, and Cursor/VSCodium were not exercised in the final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— THE WORKSPACE AROUND THE GRAPH]</a:t>
            </a:r>
          </a:p>
          <a:p>
            <a:r>
              <a:t>Visual references: `docs/screenshots/tracking.png`, `docs/screenshots/security.png`, `docs/screenshots/scaffold.png`.</a:t>
            </a:r>
          </a:p>
          <a:p>
            <a:r>
              <a:t>1. Tracking: monitors commits, pull requests, issues, and releases via on-demand GitHub polling with breaking-change flags; persists state in `data/repo_state.json` (GitHub rate limits apply).</a:t>
            </a:r>
          </a:p>
          <a:p>
            <a:r>
              <a:t>2. Security: redacts committed secrets, detects leaked `.env` files, flags breaking signature changes and vulnerable dependency pins, and provides a taint endpoint with remediation guidance. Stated honestly as heuristic analysis, not a replacement for a dedicated security scanner.</a:t>
            </a:r>
          </a:p>
          <a:p>
            <a:r>
              <a:t>3. Reverse build &amp; scaffold: turns a repository into a "Build me a..." Markdown prompt with Stage 1/2/3 starter templates, ZIP download, and StackBlitz launch without downloading the entire codebase.</a:t>
            </a:r>
          </a:p>
          <a:p>
            <a:r>
              <a:t>4. Workspace tools: file tree/search, PNG/SVG exports, demo repositories, and quick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— PROOF, STATUS, AND CALL TO ACTION]</a:t>
            </a:r>
          </a:p>
          <a:p>
            <a:r>
              <a:t>Closing visual reference: `frontend/public/brand/og-image.png` and unchanged RepoScope logo.</a:t>
            </a:r>
          </a:p>
          <a:p>
            <a:r>
              <a:t>- Verified evidence: 335 backend tests pass (v2.0.0), 20 extension tests pass (v2.0.1), frontend TypeScript clean, production build succeeded (`assets/index-CMSb0cnC.js`), local mode indexed 348 files / 1,863 nodes / 3,419 edges with `/api/health` returning 200 and version 2.0.0, browser preview indexed 75 files / 315 nodes / 310 edges, MCP verified across 8 tools / 5 resources / 3 read rounds / clean stdio ping, and Open VSX v2.0.1 live with 288 downloads.</a:t>
            </a:r>
          </a:p>
          <a:p>
            <a:r>
              <a:t>- Four remaining manual checks: (1) Cursor/VSCodium window testing, (2) Open VSX namespace verification/verified badge (`verified:false`), (3) Render redeploy to show 2.0.0 (currently runs 1.0.0), and (4) VS Code Marketplace publishing with an Azure DevOps PAT.</a:t>
            </a:r>
          </a:p>
          <a:p>
            <a:r>
              <a:t>- Known gaps: WebGL tier, kuzu flag, monorepo cross-package edges, ownership overlay, critical-path UI, visual-regression baselines, unbounded 50k-file measurement, test fixtures in architecture; live PR comment and LLM-backed flows were not verified.</a:t>
            </a:r>
          </a:p>
          <a:p>
            <a:r>
              <a:t>- License: RepoScope Source-Available License 1.0 — use and modify in your own projects; no republishing or commercial exploitation without written permission. Not OSI Open Source. Earlier MIT releases, including extension 2.0.1, keep their MIT grants.</a:t>
            </a:r>
          </a:p>
          <a:p>
            <a:r>
              <a:t>- Call to action: `github.com/adityapatel5912/RepoScope` · run `reposcope run .`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ull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1197864" cy="13533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2240280"/>
            <a:ext cx="7772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600" b="1">
                <a:solidFill>
                  <a:srgbClr val="1A1A1A"/>
                </a:solidFill>
                <a:latin typeface="Inter"/>
              </a:rPr>
              <a:t>RepoScope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1868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0">
                <a:solidFill>
                  <a:srgbClr val="57534A"/>
                </a:solidFill>
                <a:latin typeface="Inter"/>
              </a:rPr>
              <a:t>One code graph. Four ways in: the canvas, the CLI, an MCP server, and your editor.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34840"/>
            <a:ext cx="749807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0B981"/>
                </a:solidFill>
                <a:latin typeface="JetBrains Mono"/>
              </a:rPr>
              <a:t>v2.0 · source-available · github.com/adityapatel5912/RepoScope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38690" y="1508760"/>
            <a:ext cx="16459" cy="3200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3100730"/>
            <a:ext cx="2011680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269748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28803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4AF37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72600" y="12344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72600" y="44348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28346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78440" y="28346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01 · WHY THIS EXISTS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Every repository is a graph. We still read it as a pile of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10712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331720"/>
            <a:ext cx="300837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F0503C"/>
                </a:solidFill>
                <a:latin typeface="JetBrains Mono"/>
              </a:rPr>
              <a:t>1. REPEATED CONTEXT TAX</a:t>
            </a:r>
          </a:p>
          <a:p>
            <a:pPr algn="l">
              <a:lnSpc>
                <a:spcPct val="114000"/>
              </a:lnSpc>
            </a:pPr>
            <a:r>
              <a:rPr sz="1450" b="0">
                <a:solidFill>
                  <a:srgbClr val="1A1A1A"/>
                </a:solidFill>
                <a:latin typeface="Inter"/>
              </a:rPr>
              <a:t>Agents re-read the file tree, pay for the same context repeatedly, and diverge from human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48840"/>
            <a:ext cx="3410712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331720"/>
            <a:ext cx="300837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F0503C"/>
                </a:solidFill>
                <a:latin typeface="JetBrains Mono"/>
              </a:rPr>
              <a:t>2. INVISIBLE BLAST RADIUS</a:t>
            </a:r>
          </a:p>
          <a:p>
            <a:pPr algn="l">
              <a:lnSpc>
                <a:spcPct val="114000"/>
              </a:lnSpc>
            </a:pPr>
            <a:r>
              <a:rPr sz="1450" b="0">
                <a:solidFill>
                  <a:srgbClr val="1A1A1A"/>
                </a:solidFill>
                <a:latin typeface="Inter"/>
              </a:rPr>
              <a:t>Humans grep across files and guess at downstream impact before making a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48840"/>
            <a:ext cx="3410712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2331720"/>
            <a:ext cx="300837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F0503C"/>
                </a:solidFill>
                <a:latin typeface="JetBrains Mono"/>
              </a:rPr>
              <a:t>3. TRIBAL ONBOARDING</a:t>
            </a:r>
          </a:p>
          <a:p>
            <a:pPr algn="l">
              <a:lnSpc>
                <a:spcPct val="114000"/>
              </a:lnSpc>
            </a:pPr>
            <a:r>
              <a:rPr sz="1450" b="0">
                <a:solidFill>
                  <a:srgbClr val="1A1A1A"/>
                </a:solidFill>
                <a:latin typeface="Inter"/>
              </a:rPr>
              <a:t>Onboarding is slow because system structure lives in scattered tribal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54880"/>
            <a:ext cx="10820095" cy="114300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919472"/>
            <a:ext cx="10381183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AUDIENCE · DEVELOPERS JOINING A CODEBASE · REVIEWERS · MAINTAINERS · AGENT TEAMS</a:t>
            </a:r>
          </a:p>
          <a:p>
            <a:pPr algn="l">
              <a:lnSpc>
                <a:spcPct val="114000"/>
              </a:lnSpc>
            </a:pPr>
            <a:r>
              <a:rPr sz="1450" b="0">
                <a:solidFill>
                  <a:srgbClr val="57534A"/>
                </a:solidFill>
                <a:latin typeface="Inter"/>
              </a:rPr>
              <a:t>No shared source of truth exists between people and coding agents inspecting the same repository.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02 · THE PRODUCT · DOCS/ASSETS/ONE-INDEX-DIAGRAM.PNG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One index. Four ways in.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57534A"/>
                </a:solidFill>
                <a:latin typeface="Inter"/>
              </a:rPr>
              <a:t>Every surface reads .reposcope/graph.json, so humans and agents quote the same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21408"/>
            <a:ext cx="3337560" cy="123444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249424"/>
            <a:ext cx="300837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1. TREE-SITTER PARSERS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JetBrains Mono"/>
              </a:rPr>
              <a:t>Python, TS, TSX, JS, Go, 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21408"/>
            <a:ext cx="342900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249424"/>
            <a:ext cx="30998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4AF37"/>
                </a:solidFill>
                <a:latin typeface="JetBrains Mono"/>
              </a:rPr>
              <a:t>2. TYPED CODE GRAPH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JetBrains Mono"/>
              </a:rPr>
              <a:t>file / function / class nodes
imports / calls / contains 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121408"/>
            <a:ext cx="3319272" cy="1234440"/>
          </a:xfrm>
          <a:prstGeom prst="roundRect">
            <a:avLst>
              <a:gd name="adj" fmla="val 3500"/>
            </a:avLst>
          </a:prstGeom>
          <a:solidFill>
            <a:srgbClr val="10B981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249424"/>
            <a:ext cx="2990088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3. SHARED GRAPH STORE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JetBrains Mono"/>
              </a:rPr>
              <a:t>.reposcope/graph.json
.reposcope/parse-cache.json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725826"/>
            <a:ext cx="365759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725826"/>
            <a:ext cx="365759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30714" y="3355848"/>
            <a:ext cx="16459" cy="2651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612794"/>
            <a:ext cx="7918704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57730" y="3621024"/>
            <a:ext cx="16459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2587752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950208"/>
            <a:ext cx="229514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1. React Canvas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Interactive graph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0930" y="3621024"/>
            <a:ext cx="16459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3840480"/>
            <a:ext cx="2587752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3950208"/>
            <a:ext cx="229514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2. CLI / Watcher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reposcope run 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44130" y="3621024"/>
            <a:ext cx="16459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840480"/>
            <a:ext cx="2587752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3950208"/>
            <a:ext cx="229514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3. MCP Server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8 tools · 5 resources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87330" y="3621024"/>
            <a:ext cx="16459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15400" y="3840480"/>
            <a:ext cx="2587752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3950208"/>
            <a:ext cx="229514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4. Editor Extension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VS Code / Cursor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84064"/>
            <a:ext cx="10820095" cy="896112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212079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STATIC LIMIT · CALL RESOLUTION IS STATIC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Dynamic dispatch, reflection, and generated code can be missed by static AST analysis.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03 · THE ARCHITECTURE CANVAS · README-HERO / README-GRAPH-*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Read the shape of the repo before reading the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4837176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SMALL vs. LARGE REPO SCALING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Inter"/>
              </a:rPr>
              <a:t>• Small repos: connectivity pyramid (root → backbone → core → services → UI → config → docs).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• Large repos: top-level module cards + module drawer.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41648"/>
            <a:ext cx="5166360" cy="19933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151376"/>
            <a:ext cx="483717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FOUR VIEWS &amp; MODULE DRAWER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1. Grouped by module   2. Architecture clusters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3. Flat inspection     4. Git-churn overlay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Drawer: symbols, importers, deps, PNG/SVG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57400"/>
            <a:ext cx="5376672" cy="2852928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7648" y="2240280"/>
            <a:ext cx="4974336" cy="5303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50008"/>
            <a:ext cx="46451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JetBrains Mono"/>
              </a:rPr>
              <a:t>[ REPO SCREENSHOTS · docs/screenshots/readme-hero.png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907792"/>
            <a:ext cx="4974336" cy="17922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017520"/>
            <a:ext cx="4645152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4AF37"/>
                </a:solidFill>
                <a:latin typeface="JetBrains Mono"/>
              </a:rPr>
              <a:t>5 ARCHITECTURE CLUSTERS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Client/UI · Backend/API · Storage/Data · External/Integrations · Compute/Workers
+ readme-graph-grouped · clusters · flat · churn · module-drawer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074920"/>
            <a:ext cx="5376672" cy="9601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184648"/>
            <a:ext cx="5047488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LIMIT · RENDERING COLLAPSE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Grouped view is a rendering collapse, not a second graph. WebGL for very large graphs is planned.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04 · NAVIGATE AND INSPECT · DOCS/SCREENSHOTS/README-SIDE-PANELS.PNG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From repository to file to symbol without losing the thread.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166360" cy="3977639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240280"/>
            <a:ext cx="4745736" cy="5303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350008"/>
            <a:ext cx="44165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JetBrains Mono"/>
              </a:rPr>
              <a:t>[ SCREENSHOT · readme-side-panels.png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944368"/>
            <a:ext cx="4745736" cy="13533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054096"/>
            <a:ext cx="441655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LEFT PANEL · GITINGEST FILE TREE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Search filter, hierarchical repo tree copy, and single-file download.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4462272"/>
            <a:ext cx="4745736" cy="13533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572000"/>
            <a:ext cx="441655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RIGHT PANEL · SYMBOL &amp; EDGE INSPECTOR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Incoming/outgoing edges, callers, dependencies, and IDE deep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376672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167128"/>
            <a:ext cx="5047488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1. FILE &amp; SYMBOL LINEAGE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Inspect functions, classes, importers, and cross-file call edges in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429000"/>
            <a:ext cx="5376672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538728"/>
            <a:ext cx="5047488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2. EXPORT &amp; QUICK ACTIONS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Export graph as PNG or SVG, generate repo trees, and open IDE deep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800600"/>
            <a:ext cx="5376672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910328"/>
            <a:ext cx="5047488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3. ONE-CLICK DEMO REPOS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Load pre-configured demo repositories for an immediate starting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05 · ENGINEERING INTELLIGENCE · README-IMPACT / V2/J19-REPO-MAP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The graph answers questions grep cannot.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01568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307238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1. PAGERANK &amp; HUBS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Ranks central modules &amp; symbols.
Local: 348 files, 1,863 nodes, 3,419 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401568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167128"/>
            <a:ext cx="307238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2. SCC CYCLES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Finds circular import &amp; symbol loops via Strongly Connected Components.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057400"/>
            <a:ext cx="3410712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2167128"/>
            <a:ext cx="308152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3. DEAD CODE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Static reachability flags unreachable functions &amp;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3401568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630168"/>
            <a:ext cx="307238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4. CHURN &amp; RULES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Git-churn hotspots + .reposcope.yml per-import boundary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20440"/>
            <a:ext cx="3401568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630168"/>
            <a:ext cx="307238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5. CRITICAL PATH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Critical-path analysis API endpoint shipped (UI panel planned).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520440"/>
            <a:ext cx="3410712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3630168"/>
            <a:ext cx="308152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6. BUDGETED REPO MAP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PageRank-ordered map cuts agent context 98.5%–99.8%.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10912"/>
            <a:ext cx="10820095" cy="987552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138928"/>
            <a:ext cx="1041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LIMIT · STATIC ANALYSIS, NOT RUNTIME TRACING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All centrality, cycle, reachability, and rule checks operate on static Tree-sitter ASTs, not live execution traces.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06 · CHAT WITH CITATIONS · DOCS/SCREENSHOTS/CHAT.PNG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Ask the repository. Get an answer you can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074920" cy="3977639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4709160" cy="6217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350008"/>
            <a:ext cx="4379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[ SCREENSHOT · docs/screenshots/chat.png ]</a:t>
            </a:r>
          </a:p>
          <a:p>
            <a:pPr algn="ctr">
              <a:lnSpc>
                <a:spcPct val="114000"/>
              </a:lnSpc>
            </a:pPr>
            <a:r>
              <a:rPr sz="1400" b="0">
                <a:solidFill>
                  <a:srgbClr val="F0503C"/>
                </a:solidFill>
                <a:latin typeface="JetBrains Mono"/>
              </a:rPr>
              <a:t>Label: “earlier UI generation”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35808"/>
            <a:ext cx="4709160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145536"/>
            <a:ext cx="4379976" cy="2569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CITED STREAMING RESPONSE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Inter"/>
              </a:rPr>
              <a:t>• SSE-streamed answers from graph context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Inter"/>
              </a:rPr>
              <a:t>• Clickable file, function &amp; line citations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Inter"/>
              </a:rPr>
              <a:t>• Markdown, tables, code blocks &amp; copy buttons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Inter"/>
              </a:rPr>
              <a:t>• Actionable Next steps section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• Browser voice input where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57400"/>
            <a:ext cx="5468112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2167128"/>
            <a:ext cx="5138928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PROVIDER CHAIN &amp; 429 MULTI-KEY ROTATION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OpenRouter (primary) → Groq (secondary) → NVIDIA NIM (fallback), with automatic multi-key rotation on HTTP 429 rate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023360"/>
            <a:ext cx="5468112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4133088"/>
            <a:ext cx="513892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IN-MEMORY BYOK GITHUB TOKEN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Private repo tokens stay in memory only (readme-byok.png).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5102352"/>
            <a:ext cx="5468112" cy="932688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5212080"/>
            <a:ext cx="513892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REQUIREMENT · PROVIDER API KEY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Chat requires &gt;= 1 LLM key; the graph and local mode do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07 · CHANGE SAFETY · README-IMPACT.PNG / README-PRBOT.PNG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See the blast radius before the pull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57800" cy="18105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4928616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1. DIRECT &amp; TRANSITIVE DEPENDENTS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Reverse BFS highlights affected callers on the canvas and computes risk score, narrative, and suggested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057400"/>
            <a:ext cx="5257800" cy="18105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2167128"/>
            <a:ext cx="4928616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2. PR BOT &amp; MERMAID IMPACT PREVIEW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Generates a GitHub-ready review comment with a Mermaid impact graph plus an included GitHub Action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41648"/>
            <a:ext cx="10820095" cy="804672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151376"/>
            <a:ext cx="1049091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JetBrains Mono"/>
              </a:rPr>
              <a:t>[ REPO SCREENSHOTS · docs/screenshots/readme-impact.png  &amp;  docs/screenshots/readme-prbot.png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10912"/>
            <a:ext cx="10820095" cy="1024128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120640"/>
            <a:ext cx="1049091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VERIFICATION BOUNDARY · LIVE PR COMMENT NOT VERIFIED IN FINAL PASS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Posting a live PR comment requires a real GitHub pull request and pull-requests: write permission; only the preview path was verified.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08 · LEARN AND ONBOARD · README-STUDENT.PNG / README-TOUR.PNG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Turn the graph into a path through the codebase.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4928616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1. STUDENT MODE (3 LEVELS)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Level 1: Entry points → Level 2: Core modules → Level 3: Utilities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Per-file “why it matters” notes &amp; checkpoint quizzes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Good First Issues mined from low-traffic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05740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2167128"/>
            <a:ext cx="4928616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2. INTERACTIVE CODE TOURS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Numbered architectural stops with smooth camera pans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Node and edge highlights at each stop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Optional voice narration via OpenRouter TTS or browser speech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96512"/>
            <a:ext cx="10820095" cy="768096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206240"/>
            <a:ext cx="1049091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JetBrains Mono"/>
              </a:rPr>
              <a:t>[ REPO SCREENSHOTS · docs/screenshots/readme-student.png  &amp;  docs/screenshots/readme-tour.png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29200"/>
            <a:ext cx="10820095" cy="100584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138928"/>
            <a:ext cx="104909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DEPENDENCY SPLIT · GRAPH RANKING vs. LLM GENERATION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Structural ordering and low-traffic file mining come from the graph; generated explanations and quizzes require an LLM key.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09 · LOCAL-FIRST AND PRIVATE · TRUST &amp; PRIVACY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Your repository does not have to leave your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29968"/>
            <a:ext cx="10820095" cy="1005840"/>
          </a:xfrm>
          <a:prstGeom prst="roundRect">
            <a:avLst>
              <a:gd name="adj" fmla="val 3500"/>
            </a:avLst>
          </a:prstGeom>
          <a:solidFill>
            <a:srgbClr val="10B981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39696"/>
            <a:ext cx="104909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VERIFIED LOCAL MODE · ZERO UPLOAD · NO GITHUB ACCOUNT, TOKEN, OR CLONE REQUIRED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reposcope run . indexes in place (348 files, 1,863 nodes, 3,419 edges), serves 127.0.0.1:4100, and streams /api/local/events SSE edits.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5257800" cy="16276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310128"/>
            <a:ext cx="492861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LOCAL CLI &amp; SESSION RESUME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JetBrains Mono"/>
              </a:rPr>
              <a:t>• reposcope index .  |  --format sqlite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JetBrains Mono"/>
              </a:rPr>
              <a:t>• reposcope mcp .    |  resumes after restart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200400"/>
            <a:ext cx="5257800" cy="16276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3310128"/>
            <a:ext cx="492861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WASM BROWSER PREVIEW (75 / 315 / 310)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showDirectoryPicker + Tree-sitter WASM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75 files, 315 nodes, 310 edges in Chrome/Edge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92624"/>
            <a:ext cx="10820095" cy="1042415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102352"/>
            <a:ext cx="10490911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BROWSER PREVIEW BOUNDARY · CLIENT-ONLY WASM (NO CROSS-FILE SYMBOL RESOLUTION)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Clearly labelled; hides server-backed chat/tracking/Student/map/security/tour/impact. Cancel keeps prior preview; actionable errors on denied/empty.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10 · AGENTS: MCP · OPENCODE-MCP.PNG / V2/OPENCODE-MCP-STATUS.PNG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The same graph, available to Claude, Cursor, OpenCode, and any MCP client.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897880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10B981"/>
                </a:solidFill>
                <a:latin typeface="JetBrains Mono"/>
              </a:rPr>
              <a:t>8 MCP TOOLS (STDIO &amp; STREAMABLE HTTP; NO SSE)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15184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JetBrains Mono"/>
              </a:rPr>
              <a:t>• get_architecture_overview
• calculate_blast_radius
• get_dependency_lineage
• explain_architectural_rule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615184"/>
            <a:ext cx="2697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JetBrains Mono"/>
              </a:rPr>
              <a:t>• get_repo_map
• find_dependency_cycles
• get_hotspots
• find_unreachable_symbols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52544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57534A"/>
                </a:solidFill>
                <a:latin typeface="Inter"/>
              </a:rPr>
              <a:t>Verified: 8 tools, 5 resources, 3 read rounds, clean 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057400"/>
            <a:ext cx="4690872" cy="27889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2167128"/>
            <a:ext cx="4361688" cy="2569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5 MCP RESOURCES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JetBrains Mono"/>
              </a:rPr>
              <a:t>• reposcope://graph/summary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JetBrains Mono"/>
              </a:rPr>
              <a:t>• reposcope://hotspots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JetBrains Mono"/>
              </a:rPr>
              <a:t>• reposcope://repo-map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JetBrains Mono"/>
              </a:rPr>
              <a:t>• reposcope://dead-code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JetBrains Mono"/>
              </a:rPr>
              <a:t>• reposcope://cycles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JetBrains Mono"/>
              </a:rPr>
              <a:t>opencode mcp list → reposcope connected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10912"/>
            <a:ext cx="10820095" cy="1024128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5120640"/>
            <a:ext cx="1049091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KNOWN EDGE · ONE OPENCODE RESOURCE-READ BRIDGE STALLED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One OpenCode resource-read bridge stalled during testing; direct stdio resource reads and all 8 tool calls work cleanly.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11 · THE EDITOR · VS CODE 1.143.0 · ADITYAPATEL5912.REPOSCOPE@2.0.1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The graph follows the file you are editing.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57800" cy="1389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492861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1. ACTIVITY BAR &amp; STATUS BAR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Focus-first mini-graph around open file.
Verified status bar: “RepoScope: 12 dependents | Risk: Critical”.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057400"/>
            <a:ext cx="5257800" cy="1389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2167128"/>
            <a:ext cx="492861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2. CODELENS &amp; EXPLORER MENU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Verified CodeLens: “View Callers (6)” above exported symbols.
Explorer: “RepoScope: Focus this node in the canvas”.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84448"/>
            <a:ext cx="5257800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694176"/>
            <a:ext cx="492861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JetBrains Mono"/>
              </a:rPr>
              <a:t>3. URI HANDLER &amp; OFFLINE RECOVERY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reposcope://open opens backend/main.py:392.
Offline state displays “RepoScope: offline” (never fake zero).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584448"/>
            <a:ext cx="5257800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3694176"/>
            <a:ext cx="492861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4. THIN HTTP CLIENT (NEVER PARSES CODE)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Reads backend over HTTP (:8000 default, :4100 local mode).
Open VSX v2.0.1: 288 downloads, searchable.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29200"/>
            <a:ext cx="10820095" cy="100584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138928"/>
            <a:ext cx="104909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0503C"/>
                </a:solidFill>
                <a:latin typeface="JetBrains Mono"/>
              </a:rPr>
              <a:t>DISTRIBUTION &amp; MANUAL CHECKS · OPEN VSX verified:false · MARKETPLACE PAT · CURSOR/VSCODIUM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Open VSX namespace is still verified:false; VS Code Marketplace is blocked on an Azure DevOps PAT; Cursor/VSCodium were not exercised in final pass.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347472"/>
            <a:ext cx="420624" cy="42062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329184"/>
            <a:ext cx="1019556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JetBrains Mono"/>
              </a:rPr>
              <a:t>12 · THE WORKSPACE AROUND THE GRAPH · TRACKING / SECURITY / SCAFFOLD</a:t>
            </a:r>
          </a:p>
          <a:p>
            <a:pPr algn="l">
              <a:spcAft>
                <a:spcPts val="500"/>
              </a:spcAft>
            </a:pPr>
            <a:r>
              <a:rPr sz="2600" b="1">
                <a:solidFill>
                  <a:srgbClr val="1A1A1A"/>
                </a:solidFill>
                <a:latin typeface="Inter"/>
              </a:rPr>
              <a:t>More than a canvas.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67128"/>
            <a:ext cx="4928616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1. TRACKING (tracking.png)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Commits, PRs, issues, releases &amp; breaking-change flags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On-demand GitHub polling stored in data/repo_state.json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Subject to GitHub API rate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05740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2167128"/>
            <a:ext cx="4928616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0503C"/>
                </a:solidFill>
                <a:latin typeface="JetBrains Mono"/>
              </a:rPr>
              <a:t>2. SECURITY — HEURISTIC (security.png)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Redacted secrets, leaked .env detection, signature breaks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Vulnerable dependency pins, taint endpoint &amp; remediation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Heuristic checks—not a replacement for a dedicated scanner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33087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242816"/>
            <a:ext cx="4928616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0B981"/>
                </a:solidFill>
                <a:latin typeface="JetBrains Mono"/>
              </a:rPr>
              <a:t>3. REVERSE BUILD &amp; SCAFFOLD (scaffold.png)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Turns a repo into a “Build me a...” Markdown prompt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Stage 1 / 2 / 3 starter, ZIP download &amp; StackBlitz launch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Never downloads the whole codebase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4133087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4242816"/>
            <a:ext cx="4928616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JetBrains Mono"/>
              </a:rPr>
              <a:t>4. WORKSPACE TOOLS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GitIngest file tree, search filter &amp; single-file download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400" b="0">
                <a:solidFill>
                  <a:srgbClr val="57534A"/>
                </a:solidFill>
                <a:latin typeface="Inter"/>
              </a:rPr>
              <a:t>• High-resolution PNG &amp; SVG graph exports</a:t>
            </a:r>
          </a:p>
          <a:p>
            <a:pPr algn="l">
              <a:lnSpc>
                <a:spcPct val="114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• One-click demo repositories &amp; node quick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84048"/>
            <a:ext cx="1024128" cy="1024128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411480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10B981"/>
                </a:solidFill>
                <a:latin typeface="JetBrains Mono"/>
              </a:rPr>
              <a:t>13 · PROOF, STATUS &amp; CALL TO ACTION · og-image.png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200" b="1">
                <a:solidFill>
                  <a:srgbClr val="1A1A1A"/>
                </a:solidFill>
                <a:latin typeface="Inter"/>
              </a:rPr>
              <a:t>One graph. Real evidence. Known edges.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0B981"/>
                </a:solidFill>
                <a:latin typeface="JetBrains Mono"/>
              </a:rPr>
              <a:t>CTA: github.com/adityapatel5912/RepoScope  ·  run reposcope run 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57400"/>
          <a:ext cx="1082009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393"/>
                <a:gridCol w="3606393"/>
                <a:gridCol w="3607308"/>
              </a:tblGrid>
              <a:tr h="17602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10B981"/>
                          </a:solidFill>
                          <a:latin typeface="JetBrains Mono"/>
                        </a:rPr>
                        <a:t>VERIFIED EVIDENCE (v2.0)</a:t>
                      </a:r>
                    </a:p>
                  </a:txBody>
                  <a:tcPr anchor="ctr" marL="128016" marR="128016" marT="73152" marB="7315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F0503C"/>
                          </a:solidFill>
                          <a:latin typeface="JetBrains Mono"/>
                        </a:rPr>
                        <a:t>4 MANUAL CHECKS &amp; GAPS</a:t>
                      </a:r>
                    </a:p>
                  </a:txBody>
                  <a:tcPr anchor="ctr" marL="128016" marR="128016" marT="73152" marB="7315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>
                          <a:solidFill>
                            <a:srgbClr val="D4AF37"/>
                          </a:solidFill>
                          <a:latin typeface="JetBrains Mono"/>
                        </a:rPr>
                        <a:t>SOURCE-AVAILABLE LICENSE 1.0</a:t>
                      </a:r>
                    </a:p>
                  </a:txBody>
                  <a:tcPr anchor="ctr" marL="128016" marR="128016" marT="73152" marB="73152">
                    <a:solidFill>
                      <a:srgbClr val="1A1A1A"/>
                    </a:solidFill>
                  </a:tcPr>
                </a:tc>
              </a:tr>
              <a:tr h="17602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• 335 backend + 20 ext tests pass
• TS clean; build: index-CMSb0cnC.js
• Local: 348 files, 1,863 nodes, 3,419 edges
• Browser WASM: 75 files, 315 nodes, 310 edges
• MCP: 8 tools, 5 resources, 3 read rounds
• /api/health: 200 (2.0.0); Open VSX: 288 dl</a:t>
                      </a:r>
                    </a:p>
                  </a:txBody>
                  <a:tcPr anchor="t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• Manual: (1) Cursor/VSCodium, (2) Open VSX badge (verified:false), (3) Render 2.0.0 redeploy (now 1.0.0), (4) Marketplace PAT
• Gaps: WebGL, kuzu, monorepo edges, ownership, critical-path UI, visual baselines, 50k test, fixtures, live PR &amp; LLM</a:t>
                      </a:r>
                    </a:p>
                  </a:txBody>
                  <a:tcPr anchor="t" marL="128016" marR="128016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• RepoScope Source-Available License 1.0: use and modify in your own projects; no republishing or commercial exploitation without written permission.
• Not OSI Open Source.
• Earlier MIT releases (incl. ext 2.0.1) keep MIT grants.</a:t>
                      </a:r>
                    </a:p>
                  </a:txBody>
                  <a:tcPr anchor="t" marL="128016" marR="128016" marT="73152" marB="73152">
                    <a:solidFill>
                      <a:srgbClr val="F2ED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264554"/>
            <a:ext cx="10820095" cy="16459"/>
          </a:xfrm>
          <a:prstGeom prst="rect">
            <a:avLst/>
          </a:prstGeom>
          <a:solidFill>
            <a:srgbClr val="83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837D6E"/>
                </a:solidFill>
                <a:latin typeface="JetBrains Mono"/>
              </a:rPr>
              <a:t>github.com/adityapatel5912/RepoScope · Metrics verified 2026-10-25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35508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400" b="1">
                <a:solidFill>
                  <a:srgbClr val="1A1A1A"/>
                </a:solidFill>
                <a:latin typeface="JetBrains Mono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